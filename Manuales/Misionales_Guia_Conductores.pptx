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5610758"/>
          </a:xfrm>
          <a:prstGeom prst="ellipse">
            <a:avLst/>
          </a:prstGeom>
          <a:solidFill>
            <a:srgbClr val="F59C00">
              <a:alpha val="6000"/>
            </a:srgbClr>
          </a:solidFill>
          <a:ln w="12700">
            <a:solidFill>
              <a:srgbClr val="F59C0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108960" cy="3668573"/>
          </a:xfrm>
          <a:prstGeom prst="ellipse">
            <a:avLst/>
          </a:prstGeom>
          <a:solidFill>
            <a:srgbClr val="F59C00">
              <a:alpha val="5000"/>
            </a:srgbClr>
          </a:solidFill>
          <a:ln w="12700">
            <a:solidFill>
              <a:srgbClr val="F59C00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143000"/>
            <a:ext cx="1005840" cy="100584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5" name="Image 0" descr="/home/claude/misionales_pptx/assets/icon_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4045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MISIONALES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Inspección Vehicular SST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41368" y="38862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59C00">
              <a:alpha val="10000"/>
            </a:srgbClr>
          </a:solidFill>
          <a:ln w="12700">
            <a:solidFill>
              <a:srgbClr val="F59C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41368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CONDUCTORES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Incubant · Antioqueña de Incubación S.A.S.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5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Bienvenido al nuevo sistema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reemplaza el formato físico de inspección preoperacional por una versión digital, más rápida y sin papel.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651760"/>
            <a:ext cx="731520" cy="73152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6" name="Image 0" descr="/home/claude/misionales_pptx/assets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815" y="28419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tu celular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navegador, sin instalar nada.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2651760"/>
            <a:ext cx="731520" cy="73152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11" name="Image 1" descr="/home/claude/misionales_pptx/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015" y="28419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4160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Llenas la inspección en minutos, antes de salir a ruta.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2651760"/>
            <a:ext cx="731520" cy="73152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16" name="Image 2" descr="/home/claude/misionales_pptx/assets/icon_pd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215" y="28419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automático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4160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enviar, tu inspección se descarga lista para mostrar.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96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61220" y="2651760"/>
            <a:ext cx="731520" cy="73152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21" name="Image 3" descr="/home/claude/misionales_pptx/asset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15" y="28419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información segura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98280" y="4160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conductor entra con su propio usuario y PIN.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Ingresa al sistema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enlace de Misionales en tu celular o computador. Ingresa tu número de cédula y el PIN de 4 dígitos que te entregó tu supervisor.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5880" y="2331720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212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cédula es tu usuario — sin espacios ni puntos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25880" y="2834640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715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PIN lo asigna el administrador del sistema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25880" y="3337560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olvidas tu PIN, contacta a tu supervisor SST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777240"/>
            <a:ext cx="3703320" cy="5349240"/>
          </a:xfrm>
          <a:prstGeom prst="roundRect">
            <a:avLst>
              <a:gd name="adj" fmla="val 1975"/>
            </a:avLst>
          </a:prstGeom>
          <a:solidFill>
            <a:srgbClr val="000000"/>
          </a:solidFill>
          <a:ln w="19050">
            <a:solidFill>
              <a:srgbClr val="F59C0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/home/claude/misionales_pptx/assets/login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777240"/>
            <a:ext cx="3703320" cy="5349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tu tipo de vehículo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Moto, automóvil o camión — cada uno tiene su propia lista de aspectos a revisar, adaptada al vehículo.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5880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F59C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7672" y="2103120"/>
            <a:ext cx="585216" cy="585216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8" name="Image 0" descr="/home/claude/misionales_pptx/assets/icon_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828" y="2255276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Motocicleta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2588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aspectos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F59C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50792" y="2103120"/>
            <a:ext cx="585216" cy="585216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13" name="Image 1" descr="/home/claude/misionales_pptx/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948" y="2255276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Automóvil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290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aspectos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532120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F59C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53912" y="2103120"/>
            <a:ext cx="585216" cy="585216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18" name="Image 2" descr="/home/claude/misionales_pptx/assets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68" y="225527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321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53212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aspectos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325880" y="3749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los datos del vehículo: placa, proceso, ruta, marca y modelo.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26680" y="640080"/>
            <a:ext cx="3840480" cy="5486400"/>
          </a:xfrm>
          <a:prstGeom prst="roundRect">
            <a:avLst>
              <a:gd name="adj" fmla="val 1905"/>
            </a:avLst>
          </a:prstGeom>
          <a:solidFill>
            <a:srgbClr val="1A1D24"/>
          </a:solidFill>
          <a:ln w="19050">
            <a:solidFill>
              <a:srgbClr val="E2DDD4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/home/claude/misionales_pptx/assets/formulario_cro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63840" y="777240"/>
            <a:ext cx="3566160" cy="5212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cada aspecto: B o 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físicamente el vehículo antes de marcar. Cada aspecto se califica como Bueno o Malo.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5880" y="1965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28C878">
              <a:alpha val="10000"/>
            </a:srgbClr>
          </a:solidFill>
          <a:ln w="16510">
            <a:solidFill>
              <a:srgbClr val="28C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231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5786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elemento funciona y está en condiciones normales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B6608">
              <a:alpha val="10000"/>
            </a:srgbClr>
          </a:solidFill>
          <a:ln w="16510">
            <a:solidFill>
              <a:srgbClr val="EB66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8978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5786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elemento falla, está dañado o no funciona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25880" y="365760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F59C00">
              <a:alpha val="7000"/>
            </a:srgbClr>
          </a:solidFill>
          <a:ln w="12700">
            <a:solidFill>
              <a:srgbClr val="F59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3840480"/>
            <a:ext cx="502920" cy="50292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16" name="Image 0" descr="/home/claude/misionales_pptx/asset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397123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14884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148840" y="4160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marcas un aspecto en M, el sistema te exigirá escribir una observación explicando qué falla — mínimo 10 caracteres.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5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tu inspección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dos formas de firmar — elige la que más te convenga.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5880" y="1874520"/>
            <a:ext cx="4297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2103120"/>
            <a:ext cx="594360" cy="59436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8" name="Image 0" descr="/home/claude/misionales_pptx/assets/icon_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2576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con el dedo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2788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lienzo en pantalla y firma directamente tocando con el dedo o el mouse. Luego pulsa "Guardar firma".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97880" y="1874520"/>
            <a:ext cx="4297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103120"/>
            <a:ext cx="594360" cy="594360"/>
          </a:xfrm>
          <a:prstGeom prst="ellipse">
            <a:avLst/>
          </a:prstGeom>
          <a:solidFill>
            <a:srgbClr val="FFCC00"/>
          </a:solidFill>
          <a:ln/>
        </p:spPr>
      </p:sp>
      <p:pic>
        <p:nvPicPr>
          <p:cNvPr id="13" name="Image 1" descr="/home/claude/misionales_pptx/assets/icon_p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14" y="22576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una imagen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26480" y="2788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tienes una foto de tu firma guardada, selecciona la pestaña "Subir imagen" y cárgala (JPG, PNG, máx. 2MB).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325880" y="4206240"/>
            <a:ext cx="8869680" cy="868680"/>
          </a:xfrm>
          <a:prstGeom prst="roundRect">
            <a:avLst>
              <a:gd name="adj" fmla="val 10526"/>
            </a:avLst>
          </a:prstGeom>
          <a:solidFill>
            <a:srgbClr val="F59C00">
              <a:alpha val="8000"/>
            </a:srgbClr>
          </a:solidFill>
          <a:ln w="12700">
            <a:solidFill>
              <a:srgbClr val="F59C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00200" y="42062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firma es obligatoria — el sistema no te dejará enviar la inspección sin ella.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C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Envía y descarga tu PDF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"Enviar y generar PDF". En segundos el sistema crea tu inspección firmada y la descarga automáticamente en tu dispositivo.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5880" y="2148840"/>
            <a:ext cx="384048" cy="38404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216712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que no haya campos marcados en rojo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5880" y="2862072"/>
            <a:ext cx="384048" cy="38404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2880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el botón ámbar "📄 Enviar y generar PDF"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3575304"/>
            <a:ext cx="384048" cy="38404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35935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la animación de carga (unos segundos)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25880" y="4288536"/>
            <a:ext cx="384048" cy="38404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43068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PDF se descarga solo — listo para mostrar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25880" y="5029200"/>
            <a:ext cx="7589520" cy="868680"/>
          </a:xfrm>
          <a:prstGeom prst="roundRect">
            <a:avLst>
              <a:gd name="adj" fmla="val 10526"/>
            </a:avLst>
          </a:prstGeom>
          <a:solidFill>
            <a:srgbClr val="28C878">
              <a:alpha val="10000"/>
            </a:srgbClr>
          </a:solidFill>
          <a:ln w="12700">
            <a:solidFill>
              <a:srgbClr val="28C8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5166360"/>
            <a:ext cx="548640" cy="548640"/>
          </a:xfrm>
          <a:prstGeom prst="ellipse">
            <a:avLst/>
          </a:prstGeom>
          <a:solidFill>
            <a:srgbClr val="28C878"/>
          </a:solidFill>
          <a:ln/>
        </p:spPr>
      </p:sp>
      <p:pic>
        <p:nvPicPr>
          <p:cNvPr id="20" name="Image 0" descr="/home/claude/misionales_pptx/assets/icon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406" y="5309006"/>
            <a:ext cx="263347" cy="26334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94560" y="5029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inspección queda guardada en "Mis inspecciones" — siempre podrás volver a descargar el PDF.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3" name="Image 0" descr="/home/claude/misionales_pptx/assets/icon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64556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historial: "Mis inspecciones"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botón superior puedes ver todas tus inspecciones activas y tu progreso hacia el consolidado mensual.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249424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registros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5054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inspecciones llevas en el período actual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63824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consolidado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4198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faltan para completar el reporte de 15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078224"/>
            <a:ext cx="109728" cy="109728"/>
          </a:xfrm>
          <a:prstGeom prst="ellipse">
            <a:avLst/>
          </a:prstGeom>
          <a:solidFill>
            <a:srgbClr val="F59C0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23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PDF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14400" y="43342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progreso visual: X / 15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93776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F59C00">
              <a:alpha val="7000"/>
            </a:srgbClr>
          </a:solidFill>
          <a:ln w="12700">
            <a:solidFill>
              <a:srgbClr val="F59C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9377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 llegar a 15 inspecciones activas, el sistema genera automáticamente tu PDF consolidado mensual.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548640"/>
            <a:ext cx="4663440" cy="5669280"/>
          </a:xfrm>
          <a:prstGeom prst="roundRect">
            <a:avLst>
              <a:gd name="adj" fmla="val 1569"/>
            </a:avLst>
          </a:prstGeom>
          <a:solidFill>
            <a:srgbClr val="1A1D24"/>
          </a:solidFill>
          <a:ln w="19050">
            <a:solidFill>
              <a:srgbClr val="E2DDD4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claude/misionales_pptx/assets/histori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40880" y="685800"/>
            <a:ext cx="4389120" cy="53949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MISIONALES · INCUBANT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280160"/>
            <a:ext cx="4206240" cy="4963363"/>
          </a:xfrm>
          <a:prstGeom prst="ellipse">
            <a:avLst/>
          </a:prstGeom>
          <a:solidFill>
            <a:srgbClr val="F59C00">
              <a:alpha val="5000"/>
            </a:srgbClr>
          </a:solidFill>
          <a:ln w="12700">
            <a:solidFill>
              <a:srgbClr val="F59C00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4315968"/>
          </a:xfrm>
          <a:prstGeom prst="ellipse">
            <a:avLst/>
          </a:prstGeom>
          <a:solidFill>
            <a:srgbClr val="F59C00">
              <a:alpha val="6000"/>
            </a:srgbClr>
          </a:solidFill>
          <a:ln w="12700">
            <a:solidFill>
              <a:srgbClr val="F59C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8648" y="914400"/>
            <a:ext cx="914400" cy="914400"/>
          </a:xfrm>
          <a:prstGeom prst="ellipse">
            <a:avLst/>
          </a:prstGeom>
          <a:solidFill>
            <a:srgbClr val="F59C00"/>
          </a:solidFill>
          <a:ln/>
        </p:spPr>
      </p:sp>
      <p:pic>
        <p:nvPicPr>
          <p:cNvPr id="5" name="Image 0" descr="/home/claude/misionales_pptx/assets/icon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0574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¡Listo para empezar!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981048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inspección que completas ayuda a mantener tu seguridad y la de todos en la vía.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804008" y="365760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3151A"/>
          </a:solidFill>
          <a:ln w="12700">
            <a:solidFill>
              <a:srgbClr val="2E3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8328" y="3840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dudas o problemas para ingresar?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78328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 a tu supervisor SST o al administrador del sistema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78328" y="4526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recuperar tu PIN o resolver cualquier inconveniente.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C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INCUBANT · ANTIOQUEÑA DE INCUBACIÓN S.A.S.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Misionales — Guía para Conductores</dc:title>
  <dc:subject>PptxGenJS Presentation</dc:subject>
  <dc:creator>Incubant S.A.S.</dc:creator>
  <cp:lastModifiedBy>Incubant S.A.S.</cp:lastModifiedBy>
  <cp:revision>1</cp:revision>
  <dcterms:created xsi:type="dcterms:W3CDTF">2026-06-21T23:03:26Z</dcterms:created>
  <dcterms:modified xsi:type="dcterms:W3CDTF">2026-06-21T23:03:26Z</dcterms:modified>
</cp:coreProperties>
</file>