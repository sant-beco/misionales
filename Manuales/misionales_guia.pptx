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137160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0" y="13716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117"/>
                </a:solidFill>
              </a:rPr>
              <a:t>MISIONALES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Guía rápida para conductores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9DB0"/>
                </a:solidFill>
              </a:rPr>
              <a:t>3 pasos  ·  sin papel  ·  desde cualquier dispositivo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88720" y="3657600"/>
            <a:ext cx="2011680" cy="640080"/>
          </a:xfrm>
          <a:prstGeom prst="roundRect">
            <a:avLst>
              <a:gd name="adj" fmla="val 14286"/>
            </a:avLst>
          </a:prstGeom>
          <a:solidFill>
            <a:srgbClr val="22263A"/>
          </a:solidFill>
          <a:ln w="6350">
            <a:solidFill>
              <a:srgbClr val="2E334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25880" y="3767328"/>
            <a:ext cx="411480" cy="411480"/>
          </a:xfrm>
          <a:prstGeom prst="ellipse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25880" y="3767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117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810512" y="3803904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Ingresar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66160" y="3657600"/>
            <a:ext cx="2011680" cy="640080"/>
          </a:xfrm>
          <a:prstGeom prst="roundRect">
            <a:avLst>
              <a:gd name="adj" fmla="val 14286"/>
            </a:avLst>
          </a:prstGeom>
          <a:solidFill>
            <a:srgbClr val="22263A"/>
          </a:solidFill>
          <a:ln w="6350">
            <a:solidFill>
              <a:srgbClr val="2E334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03320" y="3767328"/>
            <a:ext cx="411480" cy="411480"/>
          </a:xfrm>
          <a:prstGeom prst="ellipse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3767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117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87952" y="3803904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Inspección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3657600"/>
            <a:ext cx="2011680" cy="640080"/>
          </a:xfrm>
          <a:prstGeom prst="roundRect">
            <a:avLst>
              <a:gd name="adj" fmla="val 14286"/>
            </a:avLst>
          </a:prstGeom>
          <a:solidFill>
            <a:srgbClr val="22263A"/>
          </a:solidFill>
          <a:ln w="6350">
            <a:solidFill>
              <a:srgbClr val="2E334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3767328"/>
            <a:ext cx="411480" cy="411480"/>
          </a:xfrm>
          <a:prstGeom prst="ellipse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3767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117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65392" y="3803904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Historial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9DB0"/>
                </a:solidFill>
              </a:rPr>
              <a:t>Incubant · Antioqueña de Incubación S.A.S.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457200" cy="457200"/>
          </a:xfrm>
          <a:prstGeom prst="ellipse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117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5603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Ingresar al sistema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548640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DB0"/>
                </a:solidFill>
              </a:rPr>
              <a:t>Pantalla de inicio de sesión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841248"/>
            <a:ext cx="8412480" cy="0"/>
          </a:xfrm>
          <a:prstGeom prst="line">
            <a:avLst/>
          </a:prstGeom>
          <a:noFill/>
          <a:ln w="6350">
            <a:solidFill>
              <a:srgbClr val="2E33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960120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2A2E42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60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9F27"/>
                </a:solidFill>
              </a:rPr>
              <a:t>#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996696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Usuario: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1234440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DB0"/>
                </a:solidFill>
              </a:rPr>
              <a:t>Tu número de cédula, sin espacios ni puntos.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1664208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2A2E42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664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9F27"/>
                </a:solidFill>
              </a:rPr>
              <a:t>*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1700784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PIN: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1938528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DB0"/>
                </a:solidFill>
              </a:rPr>
              <a:t>4 dígitos asignados por tu supervisor. Si lo olvidaste, contáctalo.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502920"/>
          </a:xfrm>
          <a:prstGeom prst="roundRect">
            <a:avLst>
              <a:gd name="adj" fmla="val 12727"/>
            </a:avLst>
          </a:prstGeom>
          <a:solidFill>
            <a:srgbClr val="1E2035"/>
          </a:solidFill>
          <a:ln w="6350">
            <a:solidFill>
              <a:srgbClr val="2E334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468880"/>
            <a:ext cx="64008" cy="50292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487168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DB0"/>
                </a:solidFill>
              </a:rPr>
              <a:t>Abre Misionales desde el navegador de tu celular o computador — no necesitas instalar nada.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457200" cy="457200"/>
          </a:xfrm>
          <a:prstGeom prst="ellipse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117"/>
                </a:solidFill>
              </a:rPr>
              <a:t>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5603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Llenar la inspección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548640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DB0"/>
                </a:solidFill>
              </a:rPr>
              <a:t>Formulario preoperacional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841248"/>
            <a:ext cx="8412480" cy="0"/>
          </a:xfrm>
          <a:prstGeom prst="line">
            <a:avLst/>
          </a:prstGeom>
          <a:noFill/>
          <a:ln w="6350">
            <a:solidFill>
              <a:srgbClr val="2E33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960120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2A2E42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60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9F27"/>
                </a:solidFill>
              </a:rPr>
              <a:t>V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996696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Elige el tipo de vehículo: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1234440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DB0"/>
                </a:solidFill>
              </a:rPr>
              <a:t>Moto (18 aspectos)  ·  Automóvil (22 aspectos)  ·  Camión (48 aspectos). Llena placa, proceso y ruta.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1664208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2A2E42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664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9F27"/>
                </a:solidFill>
              </a:rPr>
              <a:t>B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170078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Marca cada aspecto como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0" y="1682496"/>
            <a:ext cx="914400" cy="256032"/>
          </a:xfrm>
          <a:prstGeom prst="roundRect">
            <a:avLst>
              <a:gd name="adj" fmla="val 17857"/>
            </a:avLst>
          </a:prstGeom>
          <a:solidFill>
            <a:srgbClr val="1A3A1A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0" y="168249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DC97D"/>
                </a:solidFill>
              </a:rPr>
              <a:t>B  Bueno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1682496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3A1A1A"/>
          </a:solidFill>
          <a:ln w="12700">
            <a:solidFill>
              <a:srgbClr val="3A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168249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7070"/>
                </a:solidFill>
              </a:rPr>
              <a:t>M  Malo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60120" y="193852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DB0"/>
                </a:solidFill>
              </a:rPr>
              <a:t>Si marcas M, el sistema te pedirá una observación explicando la falla (mín. 10 caracteres).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2331720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2A2E42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9F27"/>
                </a:solidFill>
              </a:rPr>
              <a:t>~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2368296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Firma obligatoria: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2606040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DB0"/>
                </a:solidFill>
              </a:rPr>
              <a:t>Dibuja con el dedo en pantalla o sube una imagen (JPG/PNG, máx. 2 MB).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2999232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2A2E42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999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9F27"/>
                </a:solidFill>
              </a:rPr>
              <a:t>P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60120" y="3035808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Enviar y generar PDF: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60120" y="3273552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DB0"/>
                </a:solidFill>
              </a:rPr>
              <a:t>Pulsa el botón ámbar — tu inspección firmada se descarga automáticamente en segundos.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3822192"/>
            <a:ext cx="8412480" cy="502920"/>
          </a:xfrm>
          <a:prstGeom prst="roundRect">
            <a:avLst>
              <a:gd name="adj" fmla="val 12727"/>
            </a:avLst>
          </a:prstGeom>
          <a:solidFill>
            <a:srgbClr val="1E2035"/>
          </a:solidFill>
          <a:ln w="6350">
            <a:solidFill>
              <a:srgbClr val="2E334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3822192"/>
            <a:ext cx="64008" cy="50292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84048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DB0"/>
                </a:solidFill>
              </a:rPr>
              <a:t>Antes de enviar: revisa que no haya campos marcados en rojo. Si los hay, completa o corrige antes de continuar.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457200" cy="457200"/>
          </a:xfrm>
          <a:prstGeom prst="ellipse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117"/>
                </a:solidFill>
              </a:rPr>
              <a:t>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5603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Ver mis inspecciones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548640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DB0"/>
                </a:solidFill>
              </a:rPr>
              <a:t>Historial personal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841248"/>
            <a:ext cx="8412480" cy="0"/>
          </a:xfrm>
          <a:prstGeom prst="line">
            <a:avLst/>
          </a:prstGeom>
          <a:noFill/>
          <a:ln w="6350">
            <a:solidFill>
              <a:srgbClr val="2E33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960120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2A2E42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60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9F27"/>
                </a:solidFill>
              </a:rPr>
              <a:t>=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996696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Lista de inspecciones: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1234440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DB0"/>
                </a:solidFill>
              </a:rPr>
              <a:t>Todas las del período actual. Puedes volver a descargar cualquier PDF cuando quieras.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1783080"/>
            <a:ext cx="2560320" cy="1005840"/>
          </a:xfrm>
          <a:prstGeom prst="roundRect">
            <a:avLst>
              <a:gd name="adj" fmla="val 9091"/>
            </a:avLst>
          </a:prstGeom>
          <a:solidFill>
            <a:srgbClr val="22263A"/>
          </a:solidFill>
          <a:ln w="6350">
            <a:solidFill>
              <a:srgbClr val="2E334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1847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9F27"/>
                </a:solidFill>
              </a:rPr>
              <a:t>Total registros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21488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DB0"/>
                </a:solidFill>
              </a:rPr>
              <a:t>Cuántas inspecciones llevas en el período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108960" y="1783080"/>
            <a:ext cx="2560320" cy="1005840"/>
          </a:xfrm>
          <a:prstGeom prst="roundRect">
            <a:avLst>
              <a:gd name="adj" fmla="val 9091"/>
            </a:avLst>
          </a:prstGeom>
          <a:solidFill>
            <a:srgbClr val="22263A"/>
          </a:solidFill>
          <a:ln w="6350">
            <a:solidFill>
              <a:srgbClr val="2E334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46120" y="1847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9F27"/>
                </a:solidFill>
              </a:rPr>
              <a:t>Para consolidado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46120" y="21488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DB0"/>
                </a:solidFill>
              </a:rPr>
              <a:t>Cuántas faltan para completar las 15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852160" y="1783080"/>
            <a:ext cx="2560320" cy="1005840"/>
          </a:xfrm>
          <a:prstGeom prst="roundRect">
            <a:avLst>
              <a:gd name="adj" fmla="val 9091"/>
            </a:avLst>
          </a:prstGeom>
          <a:solidFill>
            <a:srgbClr val="22263A"/>
          </a:solidFill>
          <a:ln w="6350">
            <a:solidFill>
              <a:srgbClr val="2E334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89320" y="1847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9F27"/>
                </a:solidFill>
              </a:rPr>
              <a:t>Próximo PDF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89320" y="21488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DB0"/>
                </a:solidFill>
              </a:rPr>
              <a:t>Tu progreso visual: X / 15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063240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2A2E42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9F27"/>
                </a:solidFill>
              </a:rPr>
              <a:t>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3099816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Barra de progreso: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0120" y="3337560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DB0"/>
                </a:solidFill>
              </a:rPr>
              <a:t>Muestra cuántas inspecciones llevas de las 15 necesarias para el consolidado mensual.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840480"/>
            <a:ext cx="8412480" cy="502920"/>
          </a:xfrm>
          <a:prstGeom prst="roundRect">
            <a:avLst>
              <a:gd name="adj" fmla="val 12727"/>
            </a:avLst>
          </a:prstGeom>
          <a:solidFill>
            <a:srgbClr val="1E2035"/>
          </a:solidFill>
          <a:ln w="6350">
            <a:solidFill>
              <a:srgbClr val="2E334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840480"/>
            <a:ext cx="64008" cy="50292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858768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DB0"/>
                </a:solidFill>
              </a:rPr>
              <a:t>Al completar 15 inspecciones activas, el sistema genera automáticamente tu PDF consolidado mensual.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Misionales - Guia para Conductores</dc:title>
  <dc:subject>PptxGenJS Presentation</dc:subject>
  <dc:creator>PptxGenJS</dc:creator>
  <cp:lastModifiedBy>PptxGenJS</cp:lastModifiedBy>
  <cp:revision>1</cp:revision>
  <dcterms:created xsi:type="dcterms:W3CDTF">2026-06-22T10:46:08Z</dcterms:created>
  <dcterms:modified xsi:type="dcterms:W3CDTF">2026-06-22T10:46:08Z</dcterms:modified>
</cp:coreProperties>
</file>